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8C57D-EE2D-48F9-F3A7-E375C9D33B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22918E-6779-4468-B380-FE6B464E44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9F147-3A55-99C7-0DA7-7F9BC04DE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7BF58-8B76-4723-A261-9913D342072F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2CBD2-001D-2A71-4DD6-CA50AAD11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35C84-8411-7B01-6D4A-000CF5FBF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CB196-C923-4E5B-843F-B73C14D32A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801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F73D8-7D84-8459-C4AD-F1FCC7075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7FF80-6545-00ED-0215-E98AE981E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2E596-D254-6253-ED1D-19D99C235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7BF58-8B76-4723-A261-9913D342072F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991EA-67F4-00CA-1B53-EB6C401CC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71EBD-FE16-2F7B-5405-2432DF1D8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CB196-C923-4E5B-843F-B73C14D32A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7331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0971D-7A77-9797-6D91-DAF38D4C0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4AD4E2-A191-A75B-063C-40449CC09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34CF7-4D1E-9631-75A5-526F3AA85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7BF58-8B76-4723-A261-9913D342072F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2D50E-D4CA-6E17-23B5-E1CB4205D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A466B-DA06-E73C-511F-7663AE1A0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CB196-C923-4E5B-843F-B73C14D32A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385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615FD-F511-0B11-1138-B65AA52A8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7760E-CA12-B17D-33AE-206B867F70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488D29-C06D-66D4-3419-9AD049D8AB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F0AAD-8FC1-98A2-1787-84BA39468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7BF58-8B76-4723-A261-9913D342072F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72B4E0-6C09-71D6-0537-F65D8F322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CEC11A-D23B-571F-7D60-9AB4181DD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CB196-C923-4E5B-843F-B73C14D32A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225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68B19-603A-5CA5-1DAF-B0FBC2265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0726F2-E664-7E70-6D19-FD810C1DD8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9EE6BB-F39C-7060-E341-88AE36E13C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FA01B2-3CDC-1BC6-68D2-F7533F745E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6D51EB-3BA6-8A65-D190-5BE27863C4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D09558-51DB-CCCE-9885-1823373DF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7BF58-8B76-4723-A261-9913D342072F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A2B174-1F5D-31C7-DC31-B2FA3EF1A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B338A2-F3ED-D680-3073-A7DCA82B7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CB196-C923-4E5B-843F-B73C14D32A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9234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F17B1-1837-40D5-7CE8-9DF43A753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E15FA8-A3AC-B14E-2481-D46D90039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7BF58-8B76-4723-A261-9913D342072F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B647DA-2E5B-8C43-1308-D29063CB3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9A016E-3494-1A84-BD78-A19943078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CB196-C923-4E5B-843F-B73C14D32A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17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B1096F-48D3-B124-B956-E829C14A7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7BF58-8B76-4723-A261-9913D342072F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AC0299-287D-BC85-D35C-5FC7C9BAA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5DEA5-348A-376F-7099-70A323EB6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CB196-C923-4E5B-843F-B73C14D32A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9386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2A4DC-E4B6-7399-5E22-06FA1723A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432EC-19C9-B7E7-E1C7-5D93C6707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1D33A6-6A41-BE07-F8E6-2416BD7CBF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469A73-7BA6-E81A-E0AC-7C2E1004E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7BF58-8B76-4723-A261-9913D342072F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908AAA-485E-186D-01F5-C256C8409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1A581B-DB7F-A611-C5AA-645B94670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CB196-C923-4E5B-843F-B73C14D32A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552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667DC-678C-0DC6-6889-C7A22BFA6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A207CD-8FB9-3E53-019D-6466C9FC41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F8365C-2A63-598F-2F06-3305C9BF0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686F1C-CA76-7181-038C-36208C0E5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7BF58-8B76-4723-A261-9913D342072F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5E97DF-A338-447B-961B-8BF3DFD3E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0B5FD7-23EF-7EFE-0EC0-7ED3D97BA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CB196-C923-4E5B-843F-B73C14D32A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3299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DB903-33D7-F55E-CC97-BC8595F7F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5EE888-72AA-16EF-77A4-E7B892CBBF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B152D-6B9F-2157-40B5-A64C56354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7BF58-8B76-4723-A261-9913D342072F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40504-6BA5-90D9-088C-387E2D65C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E98D4-AD24-8C82-E6A4-585324FE9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CB196-C923-4E5B-843F-B73C14D32A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522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37CDAD-8C28-D26A-59D5-8486E6DE30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C0D586-8A8F-07F4-06C9-7E96C6DBD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3046F-F51E-504B-B03F-A758D4F5D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7BF58-8B76-4723-A261-9913D342072F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531ED-3564-4B7D-70F4-A3C50FB8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01D30-8506-641F-1D94-0F3221E15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CB196-C923-4E5B-843F-B73C14D32A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280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B590DC-1D7D-5805-6CE9-BDC1D6BB6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96FF8E-2A72-EA8F-592E-8B6D93CDD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0906A-DDAB-4D7A-F05E-4AC050084D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B7BF58-8B76-4723-A261-9913D342072F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9B6289-8A11-154B-B448-056B5B1495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45054-708A-3AD5-3D8D-1A6B339C96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CB196-C923-4E5B-843F-B73C14D32A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406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AFA4A-408B-1659-DAE7-0D72E939A8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24BF06-F83B-C9F0-A511-5AA117598A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C5AE53-8F1B-CEF4-9BB9-F0513951E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348" y="1"/>
            <a:ext cx="12224696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964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915581-9091-E691-65AA-5796B38087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2010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921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Vedant Jamdade</dc:creator>
  <cp:lastModifiedBy>Vedant Jamdade</cp:lastModifiedBy>
  <cp:revision>1</cp:revision>
  <dcterms:created xsi:type="dcterms:W3CDTF">2026-06-05T19:03:19Z</dcterms:created>
  <dcterms:modified xsi:type="dcterms:W3CDTF">2026-06-05T19:27:26Z</dcterms:modified>
</cp:coreProperties>
</file>